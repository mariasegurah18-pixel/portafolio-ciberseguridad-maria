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Ingeniería Social en Grupo Florex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Análisis de Vulnerabilidades Humanas y Organizacionales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Ingeniería Social?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Manipulación psicológica para obtener información confidencial.</a:t>
            </a:r>
          </a:p>
          <a:p>
            <a:r>
              <a:t>Aprovecha la confianza, desconocimiento o urgencia.</a:t>
            </a:r>
          </a:p>
          <a:p>
            <a:r>
              <a:t>Ataca el 'eslabón más débil': las personas.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Perfil de Grupo Florex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 costarricense de limpieza ecológica.</a:t>
            </a:r>
          </a:p>
          <a:p>
            <a:r>
              <a:t>Fundada en 2003 por Silvia Chaves y Carlos Araya.</a:t>
            </a:r>
          </a:p>
          <a:p>
            <a:r>
              <a:t>Líder en sostenibilidad, con presencia en Centroamérica.</a:t>
            </a:r>
          </a:p>
          <a:p>
            <a:r>
              <a:t>Certificaciones: ISO, Carbono Neutral, Empresa 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Vulnerabilidades Humanas y Organizacionales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Cultura de confianza excesiva en aliados sostenibles.</a:t>
            </a:r>
          </a:p>
          <a:p>
            <a:r>
              <a:t>Alta exposición pública de directivos.</a:t>
            </a:r>
          </a:p>
          <a:p>
            <a:r>
              <a:t>Falta de campañas de concientización en ciberseguridad.</a:t>
            </a:r>
          </a:p>
          <a:p>
            <a:r>
              <a:t>Ambientes colaborativos abiertos al público.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Vulnerabilidades Tecnológicas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se evidencia el uso de autenticación multifactor (MFA).</a:t>
            </a:r>
          </a:p>
          <a:p>
            <a:r>
              <a:t>Infraestructura en la nube sin detalles de seguridad.</a:t>
            </a:r>
          </a:p>
          <a:p>
            <a:r>
              <a:t>Formularios sin CAPTCHA ni encriptación.</a:t>
            </a:r>
          </a:p>
          <a:p>
            <a:r>
              <a:t>Riesgos en el dominio web por falta de validaciones DNS.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Simulación de Ataque: Phishing + Pretexting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Correo falso firmado por Silvia Chaves.</a:t>
            </a:r>
          </a:p>
          <a:p>
            <a:r>
              <a:t>Tema: Encuesta de satisfacción laboral.</a:t>
            </a:r>
          </a:p>
          <a:p>
            <a:r>
              <a:t>Enlace dirige a formulario falso (Google Forms clonado).</a:t>
            </a:r>
          </a:p>
          <a:p>
            <a:r>
              <a:t>Objetivo: obtener credenciales del correo corporativo.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Público y Justificación del Ataque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Público objetivo: Departamento de Ventas y Administración.</a:t>
            </a:r>
          </a:p>
          <a:p>
            <a:r>
              <a:t>Frecuente interacción con clientes y proveedores.</a:t>
            </a:r>
          </a:p>
          <a:p>
            <a:r>
              <a:t>Acceso a información sensible y plataformas internas.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del Simulacro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Tasa de clics en el enlace malicioso.</a:t>
            </a:r>
          </a:p>
          <a:p>
            <a:r>
              <a:t>Porcentaje de ingreso de credenciales.</a:t>
            </a:r>
          </a:p>
          <a:p>
            <a:r>
              <a:t>Tiempo de detección y reporte.</a:t>
            </a:r>
          </a:p>
          <a:p>
            <a:r>
              <a:t>Comparación de la seguridad antes y después.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de Capacitación Propuesto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Nombre: Fortaleciendo la Seguridad Humana en Florex.</a:t>
            </a:r>
          </a:p>
          <a:p>
            <a:r>
              <a:t>Duración: 1 hora, modalidad virtual (Teams).</a:t>
            </a:r>
          </a:p>
          <a:p>
            <a:r>
              <a:t>Temas: Phishing, señales de alerta, buenas prácticas.</a:t>
            </a:r>
          </a:p>
          <a:p>
            <a:r>
              <a:t>Incluye simulación interactiva, video y prueba.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Consideraciones Éticas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Simulaciones deben ser autorizadas y educativas.</a:t>
            </a:r>
          </a:p>
          <a:p>
            <a:r>
              <a:t>Proteger privacidad y salud emocional de empleados.</a:t>
            </a:r>
          </a:p>
          <a:p>
            <a:r>
              <a:t>No generar desconfianza interna.</a:t>
            </a:r>
          </a:p>
          <a:p>
            <a:r>
              <a:t>Objetivo: mejorar la cultura de seguridad.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ingeniería social es una amenaza real y efectiva.</a:t>
            </a:r>
          </a:p>
          <a:p>
            <a:r>
              <a:t>Personas siguen siendo el eslabón más vulnerable.</a:t>
            </a:r>
          </a:p>
          <a:p>
            <a:r>
              <a:t>Capacitación constante es clave para la prevención.</a:t>
            </a:r>
          </a:p>
          <a:p>
            <a:r>
              <a:t>Combinar ética, tecnología y conciencia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